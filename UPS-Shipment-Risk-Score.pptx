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</c:v>
                </c:pt>
              </c:strCache>
            </c:strRef>
          </c:tx>
          <c:spPr>
            <a:solidFill>
              <a:srgbClr val="5F3C1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130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F3C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5A0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40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00F1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Clear (0–0.2)</c:v>
                  </c:pt>
                  <c:pt idx="1">
                    <c:v>Light (0.2–0.4)</c:v>
                  </c:pt>
                  <c:pt idx="2">
                    <c:v>Poor (0.4–0.6)</c:v>
                  </c:pt>
                  <c:pt idx="3">
                    <c:v>Storm (0.6–1.0)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13.3</c:v>
                </c:pt>
                <c:pt idx="1">
                  <c:v>21.1</c:v>
                </c:pt>
                <c:pt idx="2">
                  <c:v>39.9</c:v>
                </c:pt>
                <c:pt idx="3">
                  <c:v>65.3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7130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A62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E2DC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A62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existing visibility tools show 1,000 green dots. None of them tell you which 12 need you today. That gap is the whole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 in one sentence: visibility answers 'where', we answer 'what is about to go wrong'.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numbers, each doing one job: score = how worried, delay = how bad, confidence = how much to trust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likely judge question: what does a 7 actually mean? Answer with the formula and the calibration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what was technically hard: matching disruption signals to shipments across space and time. A shipment is a route, not a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this slide. Getting caught is far worse than disclosing. The weather is real, the storms are real, the flight records are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pressed on GenAI: it is the wrong tool for the score. Its place is the recommendation layer, where we run a local model with no external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0.66 is realistic — published flight-delay models sit at 0.65 to 0.75. Do not apologise for it; a suspiciously perfect number would be the red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slide in the deck. Slow down here. Predicted before, verified after, on the public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line: existing systems mark this shipment 'in transit, on time'. Nothing has gone wrong yet. That is the difference between visibility and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live. The zero-delta rows are the interesting ones: the model disagrees with intuition and can defend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partial-assignment case in the demo. Handling the awkward case honestly is more convincing than a clean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onto the rubric: architecture, data modelling, API design, DevOps readiness, security and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reward teams who noticed the gaps. Deliver these calmly, not apologetically.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line, then stop talking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914400" cy="420624"/>
          </a:xfrm>
          <a:prstGeom prst="rect">
            <a:avLst/>
          </a:prstGeom>
          <a:solidFill>
            <a:srgbClr val="FFB5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4173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Shipment Delivery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69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tell you where a shipment is.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 which ones are about to go wrong — and what to do about it.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F3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supply-chain intelligence  ·  Hackathon prototype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509760" y="160020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351C15"/>
          </a:solidFill>
          <a:ln w="12700">
            <a:solidFill>
              <a:srgbClr val="5F3C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0" y="16916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0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469880" y="1691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509760" y="256032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351C15"/>
          </a:solidFill>
          <a:ln w="12700">
            <a:solidFill>
              <a:srgbClr val="5F3C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0" y="26517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0469880" y="26517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509760" y="352044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351C15"/>
          </a:solidFill>
          <a:ln w="12700">
            <a:solidFill>
              <a:srgbClr val="5F3C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92640" y="36118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0469880" y="36118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09760" y="448056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351C15"/>
          </a:solidFill>
          <a:ln w="12700">
            <a:solidFill>
              <a:srgbClr val="5F3C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0" y="45720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7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0469880" y="4572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is not prediction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chains break for reasons nobody owns: weather, port congestion, traffic, flight delays, strikes.</a:t>
            </a:r>
            <a:endParaRPr lang="en-US" sz="1450" dirty="0"/>
          </a:p>
          <a:p>
            <a:pPr indent="0" marL="0">
              <a:lnSpc>
                <a:spcPts val="23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report where a shipment is right now. They cannot tell you which shipments are about to miss their promise.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teams react after the breach: SLA penalties, re-deliveries, support calls, and a customer who found out before you did.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766560" y="169164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2057400"/>
            <a:ext cx="384048" cy="384048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892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2219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surface after the delivery is already late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66560" y="306324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3429000"/>
            <a:ext cx="384048" cy="384048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264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Unranked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593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shipments, no signal on which need attention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443484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4800600"/>
            <a:ext cx="384048" cy="384048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088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4636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49651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 attached, so nobody acts on the alert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answers for every shipment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420624" cy="420624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from 1 to 10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2996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probability of breaching the delivery promise, not an invented weighting.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89504"/>
            <a:ext cx="420624" cy="420624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16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predicted delay in hours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004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bad, not just how worried — a 4-hour slip is a different call than 4 days.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420624" cy="420624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867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reasons behind it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708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attribution in plain English. Operations will not act on a number they cannot interrogate.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30368"/>
            <a:ext cx="420624" cy="420624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230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572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recommended action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4126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Reroute, expedite, rebook, add buffer, notify, or monitor — with the justification attached.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runs in under 100 milliseconds per shipment. Training is offline and one-time.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7 means roughly a 70% chance of being late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 + 9 × P(SLA breach)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3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with isotonic regression, so the probability is honest.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invent a score. </a:t>
            </a:r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sum weights, get a 7, and cannot answer “why not a 6?”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is anchored to something falsifiable: take every shipment we scored 7 and count how many were actually late. If it is near 70%, we are honest. That check is calibration, and we show the curve.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OPERATIONS DOES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75120" y="2011680"/>
            <a:ext cx="4846320" cy="731520"/>
          </a:xfrm>
          <a:prstGeom prst="roundRect">
            <a:avLst>
              <a:gd name="adj" fmla="val 7500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2286000"/>
            <a:ext cx="182880" cy="182880"/>
          </a:xfrm>
          <a:prstGeom prst="ellipse">
            <a:avLst/>
          </a:prstGeom>
          <a:solidFill>
            <a:srgbClr val="1570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0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– 3.4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377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212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only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75120" y="2880360"/>
            <a:ext cx="4846320" cy="731520"/>
          </a:xfrm>
          <a:prstGeom prst="roundRect">
            <a:avLst>
              <a:gd name="adj" fmla="val 7500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3154680"/>
            <a:ext cx="182880" cy="182880"/>
          </a:xfrm>
          <a:prstGeom prst="ellipse">
            <a:avLst/>
          </a:prstGeom>
          <a:solidFill>
            <a:srgbClr val="B45A0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0" y="2953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– 5.9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246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081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Watch, no action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75120" y="3749040"/>
            <a:ext cx="4846320" cy="731520"/>
          </a:xfrm>
          <a:prstGeom prst="roundRect">
            <a:avLst>
              <a:gd name="adj" fmla="val 7500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023360"/>
            <a:ext cx="182880" cy="182880"/>
          </a:xfrm>
          <a:prstGeom prst="ellipse">
            <a:avLst/>
          </a:prstGeom>
          <a:solidFill>
            <a:srgbClr val="C840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3760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 – 7.9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114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3950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 today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675120" y="4617720"/>
            <a:ext cx="4846320" cy="731520"/>
          </a:xfrm>
          <a:prstGeom prst="roundRect">
            <a:avLst>
              <a:gd name="adj" fmla="val 7500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892040"/>
            <a:ext cx="182880" cy="182880"/>
          </a:xfrm>
          <a:prstGeom prst="ellipse">
            <a:avLst/>
          </a:prstGeom>
          <a:solidFill>
            <a:srgbClr val="A00F1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23760" y="4690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– 10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4818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and call the customer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 in, a ranked decision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84832" cy="1600200"/>
          </a:xfrm>
          <a:prstGeom prst="roundRect">
            <a:avLst>
              <a:gd name="adj" fmla="val 3429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0116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95728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· News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· Flights · Ports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24912" y="23774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80944" y="1828800"/>
            <a:ext cx="2084832" cy="1600200"/>
          </a:xfrm>
          <a:prstGeom prst="roundRect">
            <a:avLst>
              <a:gd name="adj" fmla="val 3429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45536" y="20116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45536" y="2395728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features, defined once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training and serving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65776" y="23774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21808" y="1828800"/>
            <a:ext cx="2084832" cy="1600200"/>
          </a:xfrm>
          <a:prstGeom prst="roundRect">
            <a:avLst>
              <a:gd name="adj" fmla="val 3429"/>
            </a:avLst>
          </a:prstGeom>
          <a:solidFill>
            <a:srgbClr val="FFF6E0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0" y="20116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395728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isotonic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3774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62672" y="1828800"/>
            <a:ext cx="2084832" cy="1600200"/>
          </a:xfrm>
          <a:prstGeom prst="roundRect">
            <a:avLst>
              <a:gd name="adj" fmla="val 3429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27264" y="20116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827264" y="2395728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+ delay hours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SHAP reasons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747504" y="23774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03536" y="1828800"/>
            <a:ext cx="2084832" cy="1600200"/>
          </a:xfrm>
          <a:prstGeom prst="roundRect">
            <a:avLst>
              <a:gd name="adj" fmla="val 3429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68128" y="20116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168128" y="2395728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queue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931920"/>
            <a:ext cx="329184" cy="329184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provider interface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3886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data sources implement the same abstract class. Swapping a mocked feed for a paid one is a one-file change.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773168"/>
            <a:ext cx="329184" cy="329184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4727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can crash the demo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023360" y="472744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provider degrades to a fallback and flags itself as not-live. GDELT rate-limited us mid-build and the system kept running.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614416"/>
            <a:ext cx="329184" cy="329184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5614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5568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Two-pass refresh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023360" y="556869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signals fleet-wide, rate-limited ones only for the highest-risk shipments. That is how it scales past 1,000.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PROVENANCE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real, and what is not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disclose this rather than hide it. It is the question we expect to be pressed on hardest.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201168" cy="201168"/>
          </a:xfrm>
          <a:prstGeom prst="ellipse">
            <a:avLst/>
          </a:prstGeom>
          <a:solidFill>
            <a:srgbClr val="1570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5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weather — Open-Meteo archive, Jan–Feb 2024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weather, traffic, flight status, world news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Airports, routes, great-circle distances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storms the model learned from: Chicago 9 Jan, Boston 7 Jan, Newark 13 Feb 2024 — all verifiable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166360" cy="3657600"/>
          </a:xfrm>
          <a:prstGeom prst="roundRect">
            <a:avLst>
              <a:gd name="adj" fmla="val 1500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121408"/>
            <a:ext cx="201168" cy="201168"/>
          </a:xfrm>
          <a:prstGeom prst="ellipse">
            <a:avLst/>
          </a:prstGeom>
          <a:solidFill>
            <a:srgbClr val="8B6A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F3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51460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flight records — but the delays are generated from the real recorded weather, not invented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records — per-shipment carrier data is not public. Nobody outside UPS has it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and ground delay labels — no free public dataset exists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49377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pipeline at real historical shipments and retrain. No code changes.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never told the rules. It learned that storms hurt hub airports disproportionately — an interaction we never encoded.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gradient boosting, not a language 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645920"/>
          </a:xfrm>
          <a:prstGeom prst="roundRect">
            <a:avLst>
              <a:gd name="adj" fmla="val 3333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47672"/>
            <a:ext cx="365760" cy="365760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476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0487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over 27 tabular features. Best-in-class at this data size, trains in seconds, learns non-linear interactions we never specified.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03520" cy="1645920"/>
          </a:xfrm>
          <a:prstGeom prst="roundRect">
            <a:avLst>
              <a:gd name="adj" fmla="val 3333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47672"/>
            <a:ext cx="365760" cy="365760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9476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calibration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40487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model output into honest probabilities. Without it, “0.7” is just a number. With it, 0.7 means 70%.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5303520" cy="1645920"/>
          </a:xfrm>
          <a:prstGeom prst="roundRect">
            <a:avLst>
              <a:gd name="adj" fmla="val 3333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22192"/>
            <a:ext cx="365760" cy="365760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8221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27939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every individual prediction, not just the model overall. This is what makes the score actionable.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566160"/>
            <a:ext cx="5303520" cy="1645920"/>
          </a:xfrm>
          <a:prstGeom prst="roundRect">
            <a:avLst>
              <a:gd name="adj" fmla="val 3333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822192"/>
            <a:ext cx="365760" cy="365760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8221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AI API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27939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calls OpenAI, Gemini or Claude. No shipment data leaves the system, and no dependency on someone else's model.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F3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invents a delivery risk is worse than no model. Risk numbers are deterministic and reproducible — a language model cannot give you a calibrated probability or an audit trail.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learned something real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58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on held-out flights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(0.5 is guessing)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7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+0.160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258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over the baseline of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everything is fine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150k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58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flights used to train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test the model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95360" y="1600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2258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rate, matching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national average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00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 against genuinely recorded weather severity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02920" y="3566160"/>
          <a:ext cx="65836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7498080" y="356616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FFF6E0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3794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chart matters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42062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climb from 13% in clear conditions to 65% in a storm — and the storms are real recorded events, not invented ones.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relationship is what the model learned. It is monotonic, steep, and checkable against the public weather record.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replayed real storms. The model called them.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only the information available before each day — forecast, airport, carrier, route history.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1737360"/>
          </a:xfrm>
          <a:prstGeom prst="roundRect">
            <a:avLst>
              <a:gd name="adj" fmla="val 2632"/>
            </a:avLst>
          </a:prstGeom>
          <a:solidFill>
            <a:srgbClr val="351C15"/>
          </a:solidFill>
          <a:ln w="12700">
            <a:solidFill>
              <a:srgbClr val="5F3C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Newark Liberty · 13 Feb 2024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85292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0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87% breach probability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633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HAPPENED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85292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29443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flights delayed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of 97 flights late · mean 102 min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1737360"/>
          </a:xfrm>
          <a:prstGeom prst="roundRect">
            <a:avLst>
              <a:gd name="adj" fmla="val 2632"/>
            </a:avLst>
          </a:prstGeom>
          <a:solidFill>
            <a:srgbClr val="351C15"/>
          </a:solidFill>
          <a:ln w="12700">
            <a:solidFill>
              <a:srgbClr val="5F3C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178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O'Hare · 9 Jan 2024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599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81888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0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8.9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5029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88% breach probability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599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HAPPENED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81888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49103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flights delayed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of 92 flights late · mean 99 min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our word — the public flight record.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score nobody trusts is worth nothing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operations manager about to spend real money rerouting a container will not act on a bare number. So every score carries its reasons.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9436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SHP-4417  ·  Chicago → Miami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A0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80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weather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880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3182112"/>
            <a:ext cx="5257800" cy="118872"/>
          </a:xfrm>
          <a:prstGeom prst="rect">
            <a:avLst/>
          </a:prstGeom>
          <a:solidFill>
            <a:srgbClr val="E2DCD4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182112"/>
            <a:ext cx="5257800" cy="118872"/>
          </a:xfrm>
          <a:prstGeom prst="rect">
            <a:avLst/>
          </a:prstGeom>
          <a:solidFill>
            <a:srgbClr val="C840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593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weather on route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593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3895344"/>
            <a:ext cx="5257800" cy="118872"/>
          </a:xfrm>
          <a:prstGeom prst="rect">
            <a:avLst/>
          </a:prstGeom>
          <a:solidFill>
            <a:srgbClr val="E2DCD4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895344"/>
            <a:ext cx="3627882" cy="118872"/>
          </a:xfrm>
          <a:prstGeom prst="rect">
            <a:avLst/>
          </a:prstGeom>
          <a:solidFill>
            <a:srgbClr val="C840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306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Snowfall 18.7 cm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43068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" y="4608576"/>
            <a:ext cx="5257800" cy="118872"/>
          </a:xfrm>
          <a:prstGeom prst="rect">
            <a:avLst/>
          </a:prstGeom>
          <a:solidFill>
            <a:srgbClr val="E2DCD4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4608576"/>
            <a:ext cx="1051560" cy="118872"/>
          </a:xfrm>
          <a:prstGeom prst="rect">
            <a:avLst/>
          </a:prstGeom>
          <a:solidFill>
            <a:srgbClr val="C8401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0" y="2057400"/>
            <a:ext cx="4663440" cy="3108960"/>
          </a:xfrm>
          <a:prstGeom prst="roundRect">
            <a:avLst>
              <a:gd name="adj" fmla="val 1765"/>
            </a:avLst>
          </a:prstGeom>
          <a:solidFill>
            <a:srgbClr val="FFF6E0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F3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REROUTE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154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 to Oakland and notify the customer today.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749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probability of SLA breach. Alternative routing should be evaluated immediately to protect the delivery commitment.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is labelled live or simulated, and every recommendation records what generated it. You can always audit where a number came from.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answers “what would fix it?”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shipment that does not exist yet. Each mitigation perturbs the real feature vector and is re-scored by the same model — these are its own predictions, not canned advice.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768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24 hours of schedule buffer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22585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768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9352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higher-reliability carrier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91693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935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5935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 in the morning instead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57530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5935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123944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2519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express service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2336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251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782312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910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one intermediate handoff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4892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910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63840" y="2148840"/>
            <a:ext cx="3657600" cy="2651760"/>
          </a:xfrm>
          <a:prstGeom prst="roundRect">
            <a:avLst>
              <a:gd name="adj" fmla="val 2069"/>
            </a:avLst>
          </a:prstGeom>
          <a:solidFill>
            <a:srgbClr val="FFF6E0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3816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non-obvious result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7889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Expediting does nothing when weather is the problem — the model says so itself.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would have paid for express. The system says buy schedule buffer instead.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converts a monitoring dashboard into a decision tool — the difference between knowing and acting.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BRIEF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drop instead of twenty stops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 driver into a residential town for twenty separate stops is slow and expensive. Handing all twenty to one verified local partner who completes the last leg replaces twenty van stops with one.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52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cost reduction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consolidated town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194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 km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852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driven per cluster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194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h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852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time returned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route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2194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7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kg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2852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avoided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honestly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5262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often cannot take a whole cluster. When capacity falls short the interface splits it explicitly — “18 of 20 assigned, 2 remain on direct delivery” — and the cost maths reflects the split.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in the product as a concept module with representative data. Verification, routing and settlement would be real integrations in production.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we can defend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47672"/>
            <a:ext cx="329184" cy="329184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 in code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7157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flight API allows 100 calls a month. A persistent counter caps us at 60, caches six hours, and falls back automatically.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169164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47672"/>
            <a:ext cx="329184" cy="329184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7157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 — train on earlier weeks, test on later. A random split would leak the future and inflate our numbers.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169164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947672"/>
            <a:ext cx="329184" cy="329184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definition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27157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features defined in a single file, imported by both training and serving, so the two can never drift apart.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050792"/>
            <a:ext cx="329184" cy="329184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loudly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8188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refuses to write a zero-filled signal and aborts if AUC drops. We learned that after a silent fallback produced a useless model.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61688" y="379476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4050792"/>
            <a:ext cx="329184" cy="329184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Contract-first API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8188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endpoints, every request and response validated, locked before the frontend was built so both sides worked in parallel.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83296" y="379476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F6F4F1"/>
          </a:solidFill>
          <a:ln w="12700">
            <a:solidFill>
              <a:srgbClr val="E2DC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4050792"/>
            <a:ext cx="329184" cy="329184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39328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stays in control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48188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recommends, it never acts. No reroute happens automatically — an operator decides, with the reasons in front of them.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tell you before you ask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109728" cy="109728"/>
          </a:xfrm>
          <a:prstGeom prst="rect">
            <a:avLst/>
          </a:prstGeom>
          <a:solidFill>
            <a:srgbClr val="FFB5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and shipment records are simulated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6459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weather driving them is real. Real historical shipments drop into the same pipeline.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88336"/>
            <a:ext cx="109728" cy="109728"/>
          </a:xfrm>
          <a:prstGeom prst="rect">
            <a:avLst/>
          </a:prstGeom>
          <a:solidFill>
            <a:srgbClr val="FFB5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78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and ground are not validated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257860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dataset of ocean or road freight delays exists. Air is the lane we can prove.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21024"/>
            <a:ext cx="109728" cy="109728"/>
          </a:xfrm>
          <a:prstGeom prst="rect">
            <a:avLst/>
          </a:prstGeom>
          <a:solidFill>
            <a:srgbClr val="FFB5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112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model is not fine-tuned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3511296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come from a deterministic policy engine. A local fine-tuned model is the next step, and the interface is already in place.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553712"/>
            <a:ext cx="109728" cy="109728"/>
          </a:xfrm>
          <a:prstGeom prst="rect">
            <a:avLst/>
          </a:prstGeom>
          <a:solidFill>
            <a:srgbClr val="FFB5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4439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low at a 0.5 threshold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4443984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conservative about declaring a breach. It does not matter operationally because we rank by score rather than threshold.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9728" cy="109728"/>
          </a:xfrm>
          <a:prstGeom prst="rect">
            <a:avLst/>
          </a:prstGeom>
          <a:solidFill>
            <a:srgbClr val="FFB5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376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refresh takes 60–140 seconds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537667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 API is slow by nature. Cheap signals run fleet-wide; expensive ones only where they matter.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your own gaps is cheaper than having them found. Every one of these has a concrete next step.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BUILD 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7472" cy="347472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client shipment history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3716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actual UPS records — the pipeline does not change, only the 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47472" cy="347472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40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local recommendation model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2402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open model, trained offline, still with no external AI dependency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347472" cy="347472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108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Per-leg route scoring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1089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segment separately instead of the journey as a whole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47472" cy="347472"/>
          </a:xfrm>
          <a:prstGeom prst="ellipse">
            <a:avLst/>
          </a:prstGeom>
          <a:solidFill>
            <a:srgbClr val="FFB5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977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ocean and port feeds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9776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news-derived port signal for commercial AIS when budget allows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881360" cy="18288"/>
          </a:xfrm>
          <a:prstGeom prst="rect">
            <a:avLst/>
          </a:prstGeom>
          <a:solidFill>
            <a:srgbClr val="5F3C1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257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systems tell you where your package is.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tell you which packages are about to go wrong, why, and what to do — before anything has failed.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Shipment Delivery Risk Score</dc:title>
  <dc:subject>PptxGenJS Presentation</dc:subject>
  <dc:creator>Shipment Delivery Risk Score</dc:creator>
  <cp:lastModifiedBy>Shipment Delivery Risk Score</cp:lastModifiedBy>
  <cp:revision>1</cp:revision>
  <dcterms:created xsi:type="dcterms:W3CDTF">2026-08-28T10:32:41Z</dcterms:created>
  <dcterms:modified xsi:type="dcterms:W3CDTF">2026-08-28T10:32:41Z</dcterms:modified>
</cp:coreProperties>
</file>